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t mallick" userId="f39e92d6e254b8de" providerId="LiveId" clId="{31D8B8DF-B024-4507-93EE-4DDE588F215B}"/>
    <pc:docChg chg="custSel addSld modSld">
      <pc:chgData name="sujit mallick" userId="f39e92d6e254b8de" providerId="LiveId" clId="{31D8B8DF-B024-4507-93EE-4DDE588F215B}" dt="2026-03-04T14:51:48.161" v="681"/>
      <pc:docMkLst>
        <pc:docMk/>
      </pc:docMkLst>
      <pc:sldChg chg="addSp delSp modSp new mod">
        <pc:chgData name="sujit mallick" userId="f39e92d6e254b8de" providerId="LiveId" clId="{31D8B8DF-B024-4507-93EE-4DDE588F215B}" dt="2026-03-04T14:37:16.655" v="20" actId="1076"/>
        <pc:sldMkLst>
          <pc:docMk/>
          <pc:sldMk cId="3278871877" sldId="256"/>
        </pc:sldMkLst>
        <pc:spChg chg="del">
          <ac:chgData name="sujit mallick" userId="f39e92d6e254b8de" providerId="LiveId" clId="{31D8B8DF-B024-4507-93EE-4DDE588F215B}" dt="2026-03-04T14:36:09.085" v="1" actId="478"/>
          <ac:spMkLst>
            <pc:docMk/>
            <pc:sldMk cId="3278871877" sldId="256"/>
            <ac:spMk id="2" creationId="{72F60BE9-6A95-41C0-B192-F405EAF33A6E}"/>
          </ac:spMkLst>
        </pc:spChg>
        <pc:spChg chg="del">
          <ac:chgData name="sujit mallick" userId="f39e92d6e254b8de" providerId="LiveId" clId="{31D8B8DF-B024-4507-93EE-4DDE588F215B}" dt="2026-03-04T14:36:13.434" v="2" actId="478"/>
          <ac:spMkLst>
            <pc:docMk/>
            <pc:sldMk cId="3278871877" sldId="256"/>
            <ac:spMk id="3" creationId="{5F00DEC9-580F-4A9C-BBAA-913D06B7BEF5}"/>
          </ac:spMkLst>
        </pc:spChg>
        <pc:spChg chg="add mod">
          <ac:chgData name="sujit mallick" userId="f39e92d6e254b8de" providerId="LiveId" clId="{31D8B8DF-B024-4507-93EE-4DDE588F215B}" dt="2026-03-04T14:37:16.655" v="20" actId="1076"/>
          <ac:spMkLst>
            <pc:docMk/>
            <pc:sldMk cId="3278871877" sldId="256"/>
            <ac:spMk id="6" creationId="{D5475972-C074-4A30-B295-9AE79AE81883}"/>
          </ac:spMkLst>
        </pc:spChg>
        <pc:picChg chg="add mod">
          <ac:chgData name="sujit mallick" userId="f39e92d6e254b8de" providerId="LiveId" clId="{31D8B8DF-B024-4507-93EE-4DDE588F215B}" dt="2026-03-04T14:36:54.402" v="6" actId="1076"/>
          <ac:picMkLst>
            <pc:docMk/>
            <pc:sldMk cId="3278871877" sldId="256"/>
            <ac:picMk id="5" creationId="{B35AEBB8-4FF9-46E4-954D-B036B30BFC86}"/>
          </ac:picMkLst>
        </pc:picChg>
      </pc:sldChg>
      <pc:sldChg chg="addSp delSp modSp add mod">
        <pc:chgData name="sujit mallick" userId="f39e92d6e254b8de" providerId="LiveId" clId="{31D8B8DF-B024-4507-93EE-4DDE588F215B}" dt="2026-03-04T14:51:43.744" v="680" actId="1076"/>
        <pc:sldMkLst>
          <pc:docMk/>
          <pc:sldMk cId="3515535620" sldId="257"/>
        </pc:sldMkLst>
        <pc:spChg chg="add mod">
          <ac:chgData name="sujit mallick" userId="f39e92d6e254b8de" providerId="LiveId" clId="{31D8B8DF-B024-4507-93EE-4DDE588F215B}" dt="2026-03-04T14:40:19.142" v="148" actId="1076"/>
          <ac:spMkLst>
            <pc:docMk/>
            <pc:sldMk cId="3515535620" sldId="257"/>
            <ac:spMk id="2" creationId="{296B17CA-F584-4610-9161-01844242DC64}"/>
          </ac:spMkLst>
        </pc:spChg>
        <pc:spChg chg="mod">
          <ac:chgData name="sujit mallick" userId="f39e92d6e254b8de" providerId="LiveId" clId="{31D8B8DF-B024-4507-93EE-4DDE588F215B}" dt="2026-03-04T14:37:44.191" v="49" actId="20577"/>
          <ac:spMkLst>
            <pc:docMk/>
            <pc:sldMk cId="3515535620" sldId="257"/>
            <ac:spMk id="6" creationId="{D5475972-C074-4A30-B295-9AE79AE81883}"/>
          </ac:spMkLst>
        </pc:spChg>
        <pc:spChg chg="add mod">
          <ac:chgData name="sujit mallick" userId="f39e92d6e254b8de" providerId="LiveId" clId="{31D8B8DF-B024-4507-93EE-4DDE588F215B}" dt="2026-03-04T14:40:59.692" v="151" actId="408"/>
          <ac:spMkLst>
            <pc:docMk/>
            <pc:sldMk cId="3515535620" sldId="257"/>
            <ac:spMk id="7" creationId="{379332B4-F0C5-43BD-B4AD-61EF9D738F8C}"/>
          </ac:spMkLst>
        </pc:spChg>
        <pc:spChg chg="add mod">
          <ac:chgData name="sujit mallick" userId="f39e92d6e254b8de" providerId="LiveId" clId="{31D8B8DF-B024-4507-93EE-4DDE588F215B}" dt="2026-03-04T14:40:59.692" v="151" actId="408"/>
          <ac:spMkLst>
            <pc:docMk/>
            <pc:sldMk cId="3515535620" sldId="257"/>
            <ac:spMk id="8" creationId="{D5697CC3-4D54-4337-8525-6846880E09CA}"/>
          </ac:spMkLst>
        </pc:spChg>
        <pc:spChg chg="add mod">
          <ac:chgData name="sujit mallick" userId="f39e92d6e254b8de" providerId="LiveId" clId="{31D8B8DF-B024-4507-93EE-4DDE588F215B}" dt="2026-03-04T14:40:59.692" v="151" actId="408"/>
          <ac:spMkLst>
            <pc:docMk/>
            <pc:sldMk cId="3515535620" sldId="257"/>
            <ac:spMk id="9" creationId="{F9335330-06C8-43F4-AE78-5D3F91832B70}"/>
          </ac:spMkLst>
        </pc:spChg>
        <pc:spChg chg="add mod">
          <ac:chgData name="sujit mallick" userId="f39e92d6e254b8de" providerId="LiveId" clId="{31D8B8DF-B024-4507-93EE-4DDE588F215B}" dt="2026-03-04T14:40:59.692" v="151" actId="408"/>
          <ac:spMkLst>
            <pc:docMk/>
            <pc:sldMk cId="3515535620" sldId="257"/>
            <ac:spMk id="10" creationId="{CBDDDC22-C664-40AA-AAC3-DA1639612ED3}"/>
          </ac:spMkLst>
        </pc:spChg>
        <pc:spChg chg="add mod">
          <ac:chgData name="sujit mallick" userId="f39e92d6e254b8de" providerId="LiveId" clId="{31D8B8DF-B024-4507-93EE-4DDE588F215B}" dt="2026-03-04T14:40:35.328" v="150" actId="1076"/>
          <ac:spMkLst>
            <pc:docMk/>
            <pc:sldMk cId="3515535620" sldId="257"/>
            <ac:spMk id="11" creationId="{87A2109B-B754-46BA-9AD4-099F41F40A86}"/>
          </ac:spMkLst>
        </pc:spChg>
        <pc:spChg chg="add mod">
          <ac:chgData name="sujit mallick" userId="f39e92d6e254b8de" providerId="LiveId" clId="{31D8B8DF-B024-4507-93EE-4DDE588F215B}" dt="2026-03-04T14:43:23.590" v="235" actId="20577"/>
          <ac:spMkLst>
            <pc:docMk/>
            <pc:sldMk cId="3515535620" sldId="257"/>
            <ac:spMk id="12" creationId="{E638E840-F65F-4B18-A51F-81645F5FE1D2}"/>
          </ac:spMkLst>
        </pc:spChg>
        <pc:spChg chg="add mod">
          <ac:chgData name="sujit mallick" userId="f39e92d6e254b8de" providerId="LiveId" clId="{31D8B8DF-B024-4507-93EE-4DDE588F215B}" dt="2026-03-04T14:45:13.002" v="300" actId="20577"/>
          <ac:spMkLst>
            <pc:docMk/>
            <pc:sldMk cId="3515535620" sldId="257"/>
            <ac:spMk id="13" creationId="{193C9776-C2C3-4F35-870C-521BC159C6EA}"/>
          </ac:spMkLst>
        </pc:spChg>
        <pc:picChg chg="add mod">
          <ac:chgData name="sujit mallick" userId="f39e92d6e254b8de" providerId="LiveId" clId="{31D8B8DF-B024-4507-93EE-4DDE588F215B}" dt="2026-03-04T14:51:43.744" v="680" actId="1076"/>
          <ac:picMkLst>
            <pc:docMk/>
            <pc:sldMk cId="3515535620" sldId="257"/>
            <ac:picMk id="4" creationId="{98C9FEF5-7931-4A3C-8164-2325D7E2BB1C}"/>
          </ac:picMkLst>
        </pc:picChg>
        <pc:picChg chg="del">
          <ac:chgData name="sujit mallick" userId="f39e92d6e254b8de" providerId="LiveId" clId="{31D8B8DF-B024-4507-93EE-4DDE588F215B}" dt="2026-03-04T14:37:46.533" v="50" actId="478"/>
          <ac:picMkLst>
            <pc:docMk/>
            <pc:sldMk cId="3515535620" sldId="257"/>
            <ac:picMk id="5" creationId="{B35AEBB8-4FF9-46E4-954D-B036B30BFC86}"/>
          </ac:picMkLst>
        </pc:picChg>
        <pc:cxnChg chg="add del">
          <ac:chgData name="sujit mallick" userId="f39e92d6e254b8de" providerId="LiveId" clId="{31D8B8DF-B024-4507-93EE-4DDE588F215B}" dt="2026-03-04T14:41:40.541" v="153" actId="478"/>
          <ac:cxnSpMkLst>
            <pc:docMk/>
            <pc:sldMk cId="3515535620" sldId="257"/>
            <ac:cxnSpMk id="4" creationId="{98C303A0-9D32-4335-8ADF-F98011B16626}"/>
          </ac:cxnSpMkLst>
        </pc:cxnChg>
      </pc:sldChg>
      <pc:sldChg chg="addSp modSp add mod">
        <pc:chgData name="sujit mallick" userId="f39e92d6e254b8de" providerId="LiveId" clId="{31D8B8DF-B024-4507-93EE-4DDE588F215B}" dt="2026-03-04T14:51:48.161" v="681"/>
        <pc:sldMkLst>
          <pc:docMk/>
          <pc:sldMk cId="697403660" sldId="258"/>
        </pc:sldMkLst>
        <pc:spChg chg="mod">
          <ac:chgData name="sujit mallick" userId="f39e92d6e254b8de" providerId="LiveId" clId="{31D8B8DF-B024-4507-93EE-4DDE588F215B}" dt="2026-03-04T14:43:35.694" v="250" actId="20577"/>
          <ac:spMkLst>
            <pc:docMk/>
            <pc:sldMk cId="697403660" sldId="258"/>
            <ac:spMk id="6" creationId="{D5475972-C074-4A30-B295-9AE79AE81883}"/>
          </ac:spMkLst>
        </pc:spChg>
        <pc:spChg chg="mod">
          <ac:chgData name="sujit mallick" userId="f39e92d6e254b8de" providerId="LiveId" clId="{31D8B8DF-B024-4507-93EE-4DDE588F215B}" dt="2026-03-04T14:44:21.710" v="265" actId="20577"/>
          <ac:spMkLst>
            <pc:docMk/>
            <pc:sldMk cId="697403660" sldId="258"/>
            <ac:spMk id="12" creationId="{E638E840-F65F-4B18-A51F-81645F5FE1D2}"/>
          </ac:spMkLst>
        </pc:spChg>
        <pc:spChg chg="add mod">
          <ac:chgData name="sujit mallick" userId="f39e92d6e254b8de" providerId="LiveId" clId="{31D8B8DF-B024-4507-93EE-4DDE588F215B}" dt="2026-03-04T14:44:59.196" v="283" actId="20577"/>
          <ac:spMkLst>
            <pc:docMk/>
            <pc:sldMk cId="697403660" sldId="258"/>
            <ac:spMk id="13" creationId="{01C10208-E5BE-43AF-B943-655E20213E1C}"/>
          </ac:spMkLst>
        </pc:spChg>
        <pc:picChg chg="add mod">
          <ac:chgData name="sujit mallick" userId="f39e92d6e254b8de" providerId="LiveId" clId="{31D8B8DF-B024-4507-93EE-4DDE588F215B}" dt="2026-03-04T14:51:48.161" v="681"/>
          <ac:picMkLst>
            <pc:docMk/>
            <pc:sldMk cId="697403660" sldId="258"/>
            <ac:picMk id="14" creationId="{EB4763AF-D2E1-4A84-B36E-4B68C2BB8E45}"/>
          </ac:picMkLst>
        </pc:picChg>
      </pc:sldChg>
      <pc:sldChg chg="addSp delSp modSp add mod">
        <pc:chgData name="sujit mallick" userId="f39e92d6e254b8de" providerId="LiveId" clId="{31D8B8DF-B024-4507-93EE-4DDE588F215B}" dt="2026-03-04T14:50:50.994" v="676" actId="20577"/>
        <pc:sldMkLst>
          <pc:docMk/>
          <pc:sldMk cId="2275712583" sldId="259"/>
        </pc:sldMkLst>
        <pc:spChg chg="del">
          <ac:chgData name="sujit mallick" userId="f39e92d6e254b8de" providerId="LiveId" clId="{31D8B8DF-B024-4507-93EE-4DDE588F215B}" dt="2026-03-04T14:45:30.016" v="303" actId="478"/>
          <ac:spMkLst>
            <pc:docMk/>
            <pc:sldMk cId="2275712583" sldId="259"/>
            <ac:spMk id="2" creationId="{296B17CA-F584-4610-9161-01844242DC64}"/>
          </ac:spMkLst>
        </pc:spChg>
        <pc:spChg chg="add mod">
          <ac:chgData name="sujit mallick" userId="f39e92d6e254b8de" providerId="LiveId" clId="{31D8B8DF-B024-4507-93EE-4DDE588F215B}" dt="2026-03-04T14:50:50.994" v="676" actId="20577"/>
          <ac:spMkLst>
            <pc:docMk/>
            <pc:sldMk cId="2275712583" sldId="259"/>
            <ac:spMk id="3" creationId="{6F73BDD7-9E9A-4E51-B6F3-966C19E7625D}"/>
          </ac:spMkLst>
        </pc:spChg>
        <pc:spChg chg="del">
          <ac:chgData name="sujit mallick" userId="f39e92d6e254b8de" providerId="LiveId" clId="{31D8B8DF-B024-4507-93EE-4DDE588F215B}" dt="2026-03-04T14:45:30.016" v="303" actId="478"/>
          <ac:spMkLst>
            <pc:docMk/>
            <pc:sldMk cId="2275712583" sldId="259"/>
            <ac:spMk id="6" creationId="{D5475972-C074-4A30-B295-9AE79AE81883}"/>
          </ac:spMkLst>
        </pc:spChg>
        <pc:spChg chg="del">
          <ac:chgData name="sujit mallick" userId="f39e92d6e254b8de" providerId="LiveId" clId="{31D8B8DF-B024-4507-93EE-4DDE588F215B}" dt="2026-03-04T14:45:30.016" v="303" actId="478"/>
          <ac:spMkLst>
            <pc:docMk/>
            <pc:sldMk cId="2275712583" sldId="259"/>
            <ac:spMk id="7" creationId="{379332B4-F0C5-43BD-B4AD-61EF9D738F8C}"/>
          </ac:spMkLst>
        </pc:spChg>
        <pc:spChg chg="del">
          <ac:chgData name="sujit mallick" userId="f39e92d6e254b8de" providerId="LiveId" clId="{31D8B8DF-B024-4507-93EE-4DDE588F215B}" dt="2026-03-04T14:45:30.016" v="303" actId="478"/>
          <ac:spMkLst>
            <pc:docMk/>
            <pc:sldMk cId="2275712583" sldId="259"/>
            <ac:spMk id="8" creationId="{D5697CC3-4D54-4337-8525-6846880E09CA}"/>
          </ac:spMkLst>
        </pc:spChg>
        <pc:spChg chg="del">
          <ac:chgData name="sujit mallick" userId="f39e92d6e254b8de" providerId="LiveId" clId="{31D8B8DF-B024-4507-93EE-4DDE588F215B}" dt="2026-03-04T14:45:30.016" v="303" actId="478"/>
          <ac:spMkLst>
            <pc:docMk/>
            <pc:sldMk cId="2275712583" sldId="259"/>
            <ac:spMk id="9" creationId="{F9335330-06C8-43F4-AE78-5D3F91832B70}"/>
          </ac:spMkLst>
        </pc:spChg>
        <pc:spChg chg="del">
          <ac:chgData name="sujit mallick" userId="f39e92d6e254b8de" providerId="LiveId" clId="{31D8B8DF-B024-4507-93EE-4DDE588F215B}" dt="2026-03-04T14:45:30.016" v="303" actId="478"/>
          <ac:spMkLst>
            <pc:docMk/>
            <pc:sldMk cId="2275712583" sldId="259"/>
            <ac:spMk id="10" creationId="{CBDDDC22-C664-40AA-AAC3-DA1639612ED3}"/>
          </ac:spMkLst>
        </pc:spChg>
        <pc:spChg chg="del">
          <ac:chgData name="sujit mallick" userId="f39e92d6e254b8de" providerId="LiveId" clId="{31D8B8DF-B024-4507-93EE-4DDE588F215B}" dt="2026-03-04T14:45:30.016" v="303" actId="478"/>
          <ac:spMkLst>
            <pc:docMk/>
            <pc:sldMk cId="2275712583" sldId="259"/>
            <ac:spMk id="11" creationId="{87A2109B-B754-46BA-9AD4-099F41F40A86}"/>
          </ac:spMkLst>
        </pc:spChg>
        <pc:spChg chg="del">
          <ac:chgData name="sujit mallick" userId="f39e92d6e254b8de" providerId="LiveId" clId="{31D8B8DF-B024-4507-93EE-4DDE588F215B}" dt="2026-03-04T14:45:27.354" v="302" actId="478"/>
          <ac:spMkLst>
            <pc:docMk/>
            <pc:sldMk cId="2275712583" sldId="259"/>
            <ac:spMk id="12" creationId="{E638E840-F65F-4B18-A51F-81645F5FE1D2}"/>
          </ac:spMkLst>
        </pc:spChg>
        <pc:spChg chg="del">
          <ac:chgData name="sujit mallick" userId="f39e92d6e254b8de" providerId="LiveId" clId="{31D8B8DF-B024-4507-93EE-4DDE588F215B}" dt="2026-03-04T14:45:30.016" v="303" actId="478"/>
          <ac:spMkLst>
            <pc:docMk/>
            <pc:sldMk cId="2275712583" sldId="259"/>
            <ac:spMk id="13" creationId="{01C10208-E5BE-43AF-B943-655E20213E1C}"/>
          </ac:spMkLst>
        </pc:spChg>
      </pc:sldChg>
      <pc:sldMasterChg chg="addSldLayout">
        <pc:chgData name="sujit mallick" userId="f39e92d6e254b8de" providerId="LiveId" clId="{31D8B8DF-B024-4507-93EE-4DDE588F215B}" dt="2026-03-04T14:36:04.559" v="0" actId="680"/>
        <pc:sldMasterMkLst>
          <pc:docMk/>
          <pc:sldMasterMk cId="1382236335" sldId="2147483648"/>
        </pc:sldMasterMkLst>
        <pc:sldLayoutChg chg="add">
          <pc:chgData name="sujit mallick" userId="f39e92d6e254b8de" providerId="LiveId" clId="{31D8B8DF-B024-4507-93EE-4DDE588F215B}" dt="2026-03-04T14:36:04.559" v="0" actId="680"/>
          <pc:sldLayoutMkLst>
            <pc:docMk/>
            <pc:sldMasterMk cId="1382236335" sldId="2147483648"/>
            <pc:sldLayoutMk cId="485340559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D3765-3D64-4884-B335-0E8D18E9C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43BE9-476B-44CB-8FFE-E29B4EAEC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34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23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5AEBB8-4FF9-46E4-954D-B036B30BF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96" y="1369673"/>
            <a:ext cx="6147251" cy="35361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475972-C074-4A30-B295-9AE79AE81883}"/>
              </a:ext>
            </a:extLst>
          </p:cNvPr>
          <p:cNvSpPr txBox="1"/>
          <p:nvPr/>
        </p:nvSpPr>
        <p:spPr>
          <a:xfrm>
            <a:off x="4845269" y="525517"/>
            <a:ext cx="465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Landing Page</a:t>
            </a:r>
          </a:p>
        </p:txBody>
      </p:sp>
    </p:spTree>
    <p:extLst>
      <p:ext uri="{BB962C8B-B14F-4D97-AF65-F5344CB8AC3E}">
        <p14:creationId xmlns:p14="http://schemas.microsoft.com/office/powerpoint/2010/main" val="327887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475972-C074-4A30-B295-9AE79AE81883}"/>
              </a:ext>
            </a:extLst>
          </p:cNvPr>
          <p:cNvSpPr txBox="1"/>
          <p:nvPr/>
        </p:nvSpPr>
        <p:spPr>
          <a:xfrm>
            <a:off x="4845269" y="525517"/>
            <a:ext cx="465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Deposit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6B17CA-F584-4610-9161-01844242DC64}"/>
              </a:ext>
            </a:extLst>
          </p:cNvPr>
          <p:cNvSpPr/>
          <p:nvPr/>
        </p:nvSpPr>
        <p:spPr>
          <a:xfrm>
            <a:off x="139263" y="1492467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Period From slicer –Year, Month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9332B4-F0C5-43BD-B4AD-61EF9D738F8C}"/>
              </a:ext>
            </a:extLst>
          </p:cNvPr>
          <p:cNvSpPr/>
          <p:nvPr/>
        </p:nvSpPr>
        <p:spPr>
          <a:xfrm>
            <a:off x="2156724" y="1492469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Period To slicer –Year, Month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697CC3-4D54-4337-8525-6846880E09CA}"/>
              </a:ext>
            </a:extLst>
          </p:cNvPr>
          <p:cNvSpPr/>
          <p:nvPr/>
        </p:nvSpPr>
        <p:spPr>
          <a:xfrm>
            <a:off x="4174185" y="1492469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Line of Business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335330-06C8-43F4-AE78-5D3F91832B70}"/>
              </a:ext>
            </a:extLst>
          </p:cNvPr>
          <p:cNvSpPr/>
          <p:nvPr/>
        </p:nvSpPr>
        <p:spPr>
          <a:xfrm>
            <a:off x="6191646" y="1492468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Group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DDDC22-C664-40AA-AAC3-DA1639612ED3}"/>
              </a:ext>
            </a:extLst>
          </p:cNvPr>
          <p:cNvSpPr/>
          <p:nvPr/>
        </p:nvSpPr>
        <p:spPr>
          <a:xfrm>
            <a:off x="8209107" y="1492468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Region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A2109B-B754-46BA-9AD4-099F41F40A86}"/>
              </a:ext>
            </a:extLst>
          </p:cNvPr>
          <p:cNvSpPr/>
          <p:nvPr/>
        </p:nvSpPr>
        <p:spPr>
          <a:xfrm>
            <a:off x="10226566" y="1492467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38E840-F65F-4B18-A51F-81645F5FE1D2}"/>
              </a:ext>
            </a:extLst>
          </p:cNvPr>
          <p:cNvSpPr/>
          <p:nvPr/>
        </p:nvSpPr>
        <p:spPr>
          <a:xfrm>
            <a:off x="956441" y="2753710"/>
            <a:ext cx="10068911" cy="3678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Area chart</a:t>
            </a:r>
          </a:p>
          <a:p>
            <a:pPr algn="ctr"/>
            <a:r>
              <a:rPr lang="en-IN" dirty="0"/>
              <a:t>X axis – Week ( WK1, WK2, WK3………)</a:t>
            </a:r>
          </a:p>
          <a:p>
            <a:pPr algn="ctr"/>
            <a:r>
              <a:rPr lang="en-IN" dirty="0"/>
              <a:t>Y axis -  Total balance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3C9776-C2C3-4F35-870C-521BC159C6EA}"/>
              </a:ext>
            </a:extLst>
          </p:cNvPr>
          <p:cNvSpPr txBox="1"/>
          <p:nvPr/>
        </p:nvSpPr>
        <p:spPr>
          <a:xfrm>
            <a:off x="956441" y="2288314"/>
            <a:ext cx="465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Deposits by Week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9FEF5-7931-4A3C-8164-2325D7E2B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662" y="369225"/>
            <a:ext cx="3796338" cy="68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35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475972-C074-4A30-B295-9AE79AE81883}"/>
              </a:ext>
            </a:extLst>
          </p:cNvPr>
          <p:cNvSpPr txBox="1"/>
          <p:nvPr/>
        </p:nvSpPr>
        <p:spPr>
          <a:xfrm>
            <a:off x="4845269" y="525517"/>
            <a:ext cx="465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Account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6B17CA-F584-4610-9161-01844242DC64}"/>
              </a:ext>
            </a:extLst>
          </p:cNvPr>
          <p:cNvSpPr/>
          <p:nvPr/>
        </p:nvSpPr>
        <p:spPr>
          <a:xfrm>
            <a:off x="139263" y="1492467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Period From slicer –Year, Month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9332B4-F0C5-43BD-B4AD-61EF9D738F8C}"/>
              </a:ext>
            </a:extLst>
          </p:cNvPr>
          <p:cNvSpPr/>
          <p:nvPr/>
        </p:nvSpPr>
        <p:spPr>
          <a:xfrm>
            <a:off x="2156724" y="1492469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Period To slicer –Year, Month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697CC3-4D54-4337-8525-6846880E09CA}"/>
              </a:ext>
            </a:extLst>
          </p:cNvPr>
          <p:cNvSpPr/>
          <p:nvPr/>
        </p:nvSpPr>
        <p:spPr>
          <a:xfrm>
            <a:off x="4174185" y="1492469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Line of Business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335330-06C8-43F4-AE78-5D3F91832B70}"/>
              </a:ext>
            </a:extLst>
          </p:cNvPr>
          <p:cNvSpPr/>
          <p:nvPr/>
        </p:nvSpPr>
        <p:spPr>
          <a:xfrm>
            <a:off x="6191646" y="1492468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Group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DDDC22-C664-40AA-AAC3-DA1639612ED3}"/>
              </a:ext>
            </a:extLst>
          </p:cNvPr>
          <p:cNvSpPr/>
          <p:nvPr/>
        </p:nvSpPr>
        <p:spPr>
          <a:xfrm>
            <a:off x="8209107" y="1492468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Region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A2109B-B754-46BA-9AD4-099F41F40A86}"/>
              </a:ext>
            </a:extLst>
          </p:cNvPr>
          <p:cNvSpPr/>
          <p:nvPr/>
        </p:nvSpPr>
        <p:spPr>
          <a:xfrm>
            <a:off x="10226566" y="1492467"/>
            <a:ext cx="1965434" cy="567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38E840-F65F-4B18-A51F-81645F5FE1D2}"/>
              </a:ext>
            </a:extLst>
          </p:cNvPr>
          <p:cNvSpPr/>
          <p:nvPr/>
        </p:nvSpPr>
        <p:spPr>
          <a:xfrm>
            <a:off x="956441" y="2753710"/>
            <a:ext cx="10068911" cy="3678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Area chart</a:t>
            </a:r>
          </a:p>
          <a:p>
            <a:pPr algn="ctr"/>
            <a:r>
              <a:rPr lang="en-IN" dirty="0"/>
              <a:t>X axis – Week ( WK1, WK2, WK3………)</a:t>
            </a:r>
          </a:p>
          <a:p>
            <a:pPr algn="ctr"/>
            <a:r>
              <a:rPr lang="en-IN" dirty="0"/>
              <a:t>Y axis -  Total Accounts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10208-E5BE-43AF-B943-655E20213E1C}"/>
              </a:ext>
            </a:extLst>
          </p:cNvPr>
          <p:cNvSpPr txBox="1"/>
          <p:nvPr/>
        </p:nvSpPr>
        <p:spPr>
          <a:xfrm>
            <a:off x="956441" y="2288314"/>
            <a:ext cx="465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Accounts by Week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4763AF-D2E1-4A84-B36E-4B68C2BB8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662" y="369225"/>
            <a:ext cx="3796338" cy="68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03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73BDD7-9E9A-4E51-B6F3-966C19E7625D}"/>
              </a:ext>
            </a:extLst>
          </p:cNvPr>
          <p:cNvSpPr txBox="1"/>
          <p:nvPr/>
        </p:nvSpPr>
        <p:spPr>
          <a:xfrm>
            <a:off x="809297" y="588579"/>
            <a:ext cx="10625958" cy="951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Formula</a:t>
            </a:r>
          </a:p>
          <a:p>
            <a:endParaRPr lang="en-IN" dirty="0"/>
          </a:p>
          <a:p>
            <a:r>
              <a:rPr lang="en-IN" dirty="0"/>
              <a:t>Below formulas should work based on Period From and Period To selection</a:t>
            </a:r>
          </a:p>
          <a:p>
            <a:endParaRPr lang="en-IN" dirty="0"/>
          </a:p>
          <a:p>
            <a:r>
              <a:rPr lang="en-IN" dirty="0"/>
              <a:t>Total Deposits -&gt; Sum(Balance)</a:t>
            </a:r>
          </a:p>
          <a:p>
            <a:r>
              <a:rPr lang="en-IN" dirty="0"/>
              <a:t>Total Accounts -&gt; Sum(Accounts)</a:t>
            </a:r>
          </a:p>
          <a:p>
            <a:endParaRPr lang="en-IN" dirty="0"/>
          </a:p>
          <a:p>
            <a:r>
              <a:rPr lang="en-IN" dirty="0"/>
              <a:t>For </a:t>
            </a:r>
            <a:r>
              <a:rPr lang="en-IN" dirty="0" err="1"/>
              <a:t>eg</a:t>
            </a:r>
            <a:r>
              <a:rPr lang="en-IN" dirty="0"/>
              <a:t>: </a:t>
            </a:r>
          </a:p>
          <a:p>
            <a:r>
              <a:rPr lang="en-IN" dirty="0"/>
              <a:t>Period From – 2022, </a:t>
            </a:r>
            <a:r>
              <a:rPr lang="en-IN" dirty="0" err="1"/>
              <a:t>jan</a:t>
            </a:r>
            <a:endParaRPr lang="en-IN" dirty="0"/>
          </a:p>
          <a:p>
            <a:r>
              <a:rPr lang="en-IN" dirty="0"/>
              <a:t>Period To – 2022, Mar</a:t>
            </a:r>
          </a:p>
          <a:p>
            <a:endParaRPr lang="en-IN" dirty="0"/>
          </a:p>
          <a:p>
            <a:r>
              <a:rPr lang="en-IN" dirty="0"/>
              <a:t>Then x – axis should be WK1, WK2……WK14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For </a:t>
            </a:r>
            <a:r>
              <a:rPr lang="en-IN" dirty="0" err="1"/>
              <a:t>eg</a:t>
            </a:r>
            <a:r>
              <a:rPr lang="en-IN" dirty="0"/>
              <a:t>: </a:t>
            </a:r>
          </a:p>
          <a:p>
            <a:r>
              <a:rPr lang="en-IN" dirty="0"/>
              <a:t>Period From – 2022, </a:t>
            </a:r>
            <a:r>
              <a:rPr lang="en-IN" dirty="0" err="1"/>
              <a:t>jan</a:t>
            </a:r>
            <a:endParaRPr lang="en-IN" dirty="0"/>
          </a:p>
          <a:p>
            <a:r>
              <a:rPr lang="en-IN" dirty="0"/>
              <a:t>Period To – 2022, Feb</a:t>
            </a:r>
          </a:p>
          <a:p>
            <a:endParaRPr lang="en-IN" dirty="0"/>
          </a:p>
          <a:p>
            <a:r>
              <a:rPr lang="en-IN" dirty="0"/>
              <a:t>Then x – axis should be WK1, WK2……WK10</a:t>
            </a:r>
          </a:p>
          <a:p>
            <a:endParaRPr lang="en-IN" dirty="0"/>
          </a:p>
          <a:p>
            <a:r>
              <a:rPr lang="en-IN" dirty="0"/>
              <a:t>It should show all the weeks between the Period form and Period To selection.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5712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182</Words>
  <Application>Microsoft Office PowerPoint</Application>
  <PresentationFormat>Widescreen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sujit mallick</dc:creator>
  <cp:lastModifiedBy>sujit mallick</cp:lastModifiedBy>
  <cp:revision>1</cp:revision>
  <dcterms:created xsi:type="dcterms:W3CDTF">2026-03-04T14:35:56Z</dcterms:created>
  <dcterms:modified xsi:type="dcterms:W3CDTF">2026-03-04T14:51:54Z</dcterms:modified>
</cp:coreProperties>
</file>